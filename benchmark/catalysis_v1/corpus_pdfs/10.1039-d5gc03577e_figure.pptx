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
<p:presentation xmlns:r="http://schemas.openxmlformats.org/officeDocument/2006/relationships" xmlns:a="http://schemas.openxmlformats.org/drawingml/2006/main" xmlns:p="http://schemas.openxmlformats.org/presentationml/2006/main">
  <p:sldMasterIdLst>
    <p:sldMasterId id="2147483728" r:id="rId1"/>
    <p:sldMasterId id="2147484438" r:id="rId2"/>
    <p:sldMasterId id="2147484439" r:id="rId3"/>
    <p:sldMasterId id="2147484440" r:id="rId4"/>
    <p:sldMasterId id="2147484441" r:id="rId5"/>
    <p:sldMasterId id="2147484442" r:id="rId6"/>
    <p:sldMasterId id="2147484443" r:id="rId7"/>
    <p:sldMasterId id="2147484444" r:id="rId8"/>
    <p:sldMasterId id="2147484445" r:id="rId9"/>
    <p:sldMasterId id="2147484446" r:id="rId10"/>
    <p:sldMasterId id="2147484447" r:id="rId11"/>
    <p:sldMasterId id="2147484448" r:id="rId12"/>
    <p:sldMasterId id="2147484449" r:id="rId13"/>
  </p:sldMasterIdLst>
  <p:notesMasterIdLst>
    <p:notesMasterId r:id="rId14"/>
  </p:notesMasterIdLst>
  <p:handoutMasterIdLst>
    <p:handoutMasterId r:id="rId15"/>
  </p:handoutMasterIdLst>
  <p:sldIdLst>
    <p:sldId id="256" r:id="rId16"/>
  </p:sldIdLst>
  <p:sldSz cx="9144000" cy="6858000" type="screen4x3"/>
  <p:notesSz cx="6858000" cy="9144000"/>
  <p:custDataLst>
    <p:tags r:id="rId17"/>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568"/>
  </p:normalViewPr>
  <p:slideViewPr>
    <p:cSldViewPr>
      <p:cViewPr varScale="1">
        <p:scale>
          <a:sx n="64" d="100"/>
          <a:sy n="64" d="100"/>
        </p:scale>
        <p:origin x="0" y="0"/>
      </p:cViewPr>
    </p:cSldViewPr>
  </p:slideViewPr>
  <p:notesViewPr>
    <p:cSldViewPr>
      <p:cViewPr varScale="1">
        <p:scale>
          <a:sx n="83" d="100"/>
          <a:sy n="83"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Master" Target="slideMasters/slideMaster10.xml" /><Relationship Id="rId11" Type="http://schemas.openxmlformats.org/officeDocument/2006/relationships/slideMaster" Target="slideMasters/slideMaster11.xml" /><Relationship Id="rId12" Type="http://schemas.openxmlformats.org/officeDocument/2006/relationships/slideMaster" Target="slideMasters/slideMaster12.xml" /><Relationship Id="rId13" Type="http://schemas.openxmlformats.org/officeDocument/2006/relationships/slideMaster" Target="slideMasters/slideMaster13.xml" /><Relationship Id="rId14" Type="http://schemas.openxmlformats.org/officeDocument/2006/relationships/notesMaster" Target="notesMasters/notesMaster1.xml" /><Relationship Id="rId15" Type="http://schemas.openxmlformats.org/officeDocument/2006/relationships/handoutMaster" Target="handoutMasters/handoutMaster1.xml" /><Relationship Id="rId16" Type="http://schemas.openxmlformats.org/officeDocument/2006/relationships/slide" Target="slides/slide1.xml" /><Relationship Id="rId17" Type="http://schemas.openxmlformats.org/officeDocument/2006/relationships/tags" Target="tags/tag1.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slideMaster" Target="slideMasters/slideMaster2.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slideMaster" Target="slideMasters/slideMaster3.xml" /><Relationship Id="rId4" Type="http://schemas.openxmlformats.org/officeDocument/2006/relationships/slideMaster" Target="slideMasters/slideMaster4.xml" /><Relationship Id="rId5" Type="http://schemas.openxmlformats.org/officeDocument/2006/relationships/slideMaster" Target="slideMasters/slideMaster5.xml" /><Relationship Id="rId6" Type="http://schemas.openxmlformats.org/officeDocument/2006/relationships/slideMaster" Target="slideMasters/slideMaster6.xml" /><Relationship Id="rId7" Type="http://schemas.openxmlformats.org/officeDocument/2006/relationships/slideMaster" Target="slideMasters/slideMaster7.xml" /><Relationship Id="rId8" Type="http://schemas.openxmlformats.org/officeDocument/2006/relationships/slideMaster" Target="slideMasters/slideMaster8.xml" /><Relationship Id="rId9" Type="http://schemas.openxmlformats.org/officeDocument/2006/relationships/slideMaster" Target="slideMasters/slideMaster9.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15.xml" /></Relationships>
</file>

<file path=ppt/handoutMasters/handoutMaster1.xml><?xml version="1.0" encoding="utf-8"?>
<p:handout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15362" name="Header Placeholder 1"/>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15363" name="Date Placeholder 2"/>
          <p:cNvSpPr>
            <a:spLocks noGrp="1" noChangeArrowheads="1"/>
          </p:cNvSpPr>
          <p:nvPr>
            <p:ph type="dt" sz="quarter"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64A2A6-90C2-443D-AEFF-803E3B5D4B87}" type="hfDateTime">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15364" name="Footer Placeholder 3"/>
          <p:cNvSpPr>
            <a:spLocks noGrp="1" noChangeArrowheads="1"/>
          </p:cNvSpPr>
          <p:nvPr>
            <p:ph type="ftr" sz="quarter" idx="2"/>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15365" name="Slide Number Placeholder 4"/>
          <p:cNvSpPr>
            <a:spLocks noGrp="1" noChangeArrowheads="1"/>
          </p:cNvSpPr>
          <p:nvPr>
            <p:ph type="sldNum" sz="quarter" idx="3"/>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30FC39B-03EC-4675-AC33-83372F7EF635}" type="slidenum">
              <a:rPr lang="en-US" altLang="en-US" sz="1200">
                <a:latin typeface="Calibri" pitchFamily="34" charset="0"/>
              </a:rPr>
              <a:t>*</a:t>
            </a:fld>
            <a:endParaRPr lang="en-US" altLang="en-US" sz="1200">
              <a:latin typeface="Calibri"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14338" name="Header Placeholder 1"/>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14339" name="Date Placeholder 2"/>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8AD229A5-D9B4-48BC-81D6-F3CD88E9592C}" type="hfDateTime">
              <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14340"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miter lim="800000"/>
          </a:ln>
        </p:spPr>
      </p:sp>
      <p:sp>
        <p:nvSpPr>
          <p:cNvPr id="14341" name="Notes Placeholder 4"/>
          <p:cNvSpPr>
            <a:spLocks noGrp="1" noChangeArrowheads="1"/>
          </p:cNvSpPr>
          <p:nvPr>
            <p:ph type="body" sz="quarter" idx="3"/>
          </p:nvPr>
        </p:nvSpPr>
        <p:spPr bwMode="auto">
          <a:xfrm>
            <a:off x="685800" y="4343400"/>
            <a:ext cx="5486400" cy="4114800"/>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Click to edit Master text styles</a:t>
            </a:r>
          </a:p>
          <a:p>
            <a:pPr marL="457200" marR="0" lvl="1"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Second level</a:t>
            </a:r>
          </a:p>
          <a:p>
            <a:pPr marL="914400" marR="0" lvl="2"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Third level</a:t>
            </a:r>
          </a:p>
          <a:p>
            <a:pPr marL="1371600" marR="0" lvl="3"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Fourth level</a:t>
            </a:r>
          </a:p>
          <a:p>
            <a:pPr marL="1828800" marR="0" lvl="4"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Fifth level</a:t>
            </a:r>
          </a:p>
        </p:txBody>
      </p:sp>
      <p:sp>
        <p:nvSpPr>
          <p:cNvPr id="14342" name="Footer Placeholder 5"/>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14343" name="Slide Number Placeholder 6"/>
          <p:cNvSpPr>
            <a:spLocks noGrp="1" noChangeArrowheads="1"/>
          </p:cNvSpPr>
          <p:nvPr>
            <p:ph type="sldNum" sz="quarter" idx="5"/>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9ED3BA54-A23A-4842-B4CE-CFFE1F2DE54A}" type="slidenum">
              <a:rPr lang="en-US" altLang="en-US" sz="1200"/>
              <a:t>*</a:t>
            </a:fld>
            <a:endParaRPr lang="en-US" altLang="en-US" sz="1200"/>
          </a:p>
        </p:txBody>
      </p:sp>
    </p:spTree>
  </p:cSld>
  <p:clrMap bg1="lt1" tx1="dk1" bg2="lt2" tx2="dk2" accent1="accent1" accent2="accent2" accent3="accent3" accent4="accent4" accent5="accent5" accent6="accent6" hlink="hlink" folHlink="folHlink"/>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spTree>
      <p:nvGrpSpPr>
        <p:cNvPr id="1" name=""/>
        <p:cNvGrpSpPr/>
        <p:nvPr/>
      </p:nvGrpSpPr>
      <p:grpSpPr/>
      <p:sp>
        <p:nvSpPr>
          <p:cNvPr id="17410" name="Slide Image Placeholder 1"/>
          <p:cNvSpPr>
            <a:spLocks noGrp="1" noRot="1" noChangeAspect="1" noTextEdit="1"/>
          </p:cNvSpPr>
          <p:nvPr>
            <p:ph type="sldImg" idx="2"/>
          </p:nvPr>
        </p:nvSpPr>
        <p:spPr>
          <a:xfrm>
            <a:off x="1143000" y="685800"/>
            <a:ext cx="4572000" cy="3429000"/>
          </a:xfrm>
          <a:prstGeom prst="rect">
            <a:avLst/>
          </a:prstGeom>
          <a:noFill/>
          <a:ln w="12700">
            <a:miter lim="800000"/>
          </a:ln>
        </p:spPr>
      </p:sp>
      <p:sp>
        <p:nvSpPr>
          <p:cNvPr id="17411" name="Notes Placeholder 2"/>
          <p:cNvSpPr>
            <a:spLocks noGrp="1"/>
          </p:cNvSpPr>
          <p:nvPr>
            <p:ph type="body" idx="3"/>
          </p:nvPr>
        </p:nvSpPr>
        <p:spPr>
          <a:xfrm>
            <a:off x="685800" y="4343400"/>
            <a:ext cx="5486400" cy="4114800"/>
          </a:xfrm>
          <a:prstGeom prst="rect">
            <a:avLst/>
          </a:prstGeom>
          <a:noFill/>
          <a:ln w="9525">
            <a:noFill/>
            <a:miter lim="800000"/>
          </a:ln>
        </p:spPr>
        <p:txBody>
          <a:bodyPr vert="horz" wrap="square" lIns="91440" tIns="45720" rIns="91440" bIns="45720" anchor="t" anchorCtr="0">
            <a:noAutofit/>
          </a:bodyPr>
          <a:lstStyle>
            <a:lvl1pPr marL="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1pPr>
            <a:lvl2pPr marL="4572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2pPr>
            <a:lvl3pPr marL="9144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3pPr>
            <a:lvl4pPr marL="13716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4pPr>
            <a:lvl5pPr marL="18288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5pPr>
          </a:lstStyle>
          <a:p>
            <a:pPr marL="0" lvl="0" indent="0"/>
            <a:r>
              <a:rPr lang="en-US" altLang="en-US"/>
              <a:t>Figure Caption</a:t>
            </a:r>
            <a:endParaRPr lang="en-US" altLang="en-US"/>
          </a:p>
          <a:p>
            <a:pPr marL="0" lvl="0" indent="0"/>
            <a:r>
              <a:rPr lang="en-US" altLang="en-US">
                <a:latin typeface="Helvetica" charset="0"/>
              </a:rPr>
              <a:t> This study focuses on MSOEs as electrocatalysts for seawater oxygen evolution reaction (OER), summarizes strategies for improving the OER activity and durability, and discusses OER in seawater its improvement strategies based on sustainability.
 </a:t>
            </a:r>
            <a:endParaRPr lang="en-US" altLang="en-US"/>
          </a:p>
          <a:p>
            <a:pPr marL="0" lvl="0" indent="0"/>
            <a:endParaRPr lang="en-US" altLang="en-US"/>
          </a:p>
        </p:txBody>
      </p:sp>
      <p:sp>
        <p:nvSpPr>
          <p:cNvPr id="17412" name="Slide Number Placeholder 3"/>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A49D0EB-6443-4233-80AF-E7DA7EA0E9D7}" type="slidenum">
              <a:rPr lang="en-US" altLang="en-US" sz="1200"/>
              <a:t>1</a:t>
            </a:fld>
            <a:endParaRPr lang="en-US" altLang="en-US" sz="1200"/>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4.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6.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7.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8.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29.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30.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31.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32.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33.xml.rels>&#65279;<?xml version="1.0" encoding="utf-8" standalone="yes"?><Relationships xmlns="http://schemas.openxmlformats.org/package/2006/relationships"><Relationship Id="rId1" Type="http://schemas.openxmlformats.org/officeDocument/2006/relationships/slideMaster" Target="../slideMasters/slideMaster3.xml" /></Relationships>
</file>

<file path=ppt/slideLayouts/_rels/slideLayout34.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35.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36.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37.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38.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39.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0.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1.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2.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3.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4.xml.rels>&#65279;<?xml version="1.0" encoding="utf-8" standalone="yes"?><Relationships xmlns="http://schemas.openxmlformats.org/package/2006/relationships"><Relationship Id="rId1" Type="http://schemas.openxmlformats.org/officeDocument/2006/relationships/slideMaster" Target="../slideMasters/slideMaster4.xml" /></Relationships>
</file>

<file path=ppt/slideLayouts/_rels/slideLayout45.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46.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47.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48.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49.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0.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1.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2.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3.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4.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5.xml.rels>&#65279;<?xml version="1.0" encoding="utf-8" standalone="yes"?><Relationships xmlns="http://schemas.openxmlformats.org/package/2006/relationships"><Relationship Id="rId1" Type="http://schemas.openxmlformats.org/officeDocument/2006/relationships/slideMaster" Target="../slideMasters/slideMaster5.xml" /></Relationships>
</file>

<file path=ppt/slideLayouts/_rels/slideLayout56.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57.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58.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59.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0.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1.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2.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3.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4.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5.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6.xml.rels>&#65279;<?xml version="1.0" encoding="utf-8" standalone="yes"?><Relationships xmlns="http://schemas.openxmlformats.org/package/2006/relationships"><Relationship Id="rId1" Type="http://schemas.openxmlformats.org/officeDocument/2006/relationships/slideMaster" Target="../slideMasters/slideMaster6.xml" /></Relationships>
</file>

<file path=ppt/slideLayouts/_rels/slideLayout67.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68.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69.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0.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1.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2.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3.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4.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5.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6.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7.xml.rels>&#65279;<?xml version="1.0" encoding="utf-8" standalone="yes"?><Relationships xmlns="http://schemas.openxmlformats.org/package/2006/relationships"><Relationship Id="rId1" Type="http://schemas.openxmlformats.org/officeDocument/2006/relationships/slideMaster" Target="../slideMasters/slideMaster7.xml" /></Relationships>
</file>

<file path=ppt/slideLayouts/_rels/slideLayout78.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79.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0.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1.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2.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3.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4.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5.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6.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7.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8.xml.rels>&#65279;<?xml version="1.0" encoding="utf-8" standalone="yes"?><Relationships xmlns="http://schemas.openxmlformats.org/package/2006/relationships"><Relationship Id="rId1" Type="http://schemas.openxmlformats.org/officeDocument/2006/relationships/slideMaster" Target="../slideMasters/slideMaster8.xml" /></Relationships>
</file>

<file path=ppt/slideLayouts/_rels/slideLayout89.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0.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1.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2.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3.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4.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5.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6.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7.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8.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99.xml.rels>&#65279;<?xml version="1.0" encoding="utf-8" standalone="yes"?><Relationships xmlns="http://schemas.openxmlformats.org/package/2006/relationships"><Relationship Id="rId1" Type="http://schemas.openxmlformats.org/officeDocument/2006/relationships/slideMaster" Target="../slideMasters/slideMaster9.xml" /></Relationships>
</file>

<file path=ppt/slideLayouts/_rels/slideLayout100.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1.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2.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3.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4.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5.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6.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7.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8.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09.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10.xml.rels>&#65279;<?xml version="1.0" encoding="utf-8" standalone="yes"?><Relationships xmlns="http://schemas.openxmlformats.org/package/2006/relationships"><Relationship Id="rId1" Type="http://schemas.openxmlformats.org/officeDocument/2006/relationships/slideMaster" Target="../slideMasters/slideMaster10.xml" /></Relationships>
</file>

<file path=ppt/slideLayouts/_rels/slideLayout111.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2.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3.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4.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5.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6.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7.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8.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19.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20.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21.xml.rels>&#65279;<?xml version="1.0" encoding="utf-8" standalone="yes"?><Relationships xmlns="http://schemas.openxmlformats.org/package/2006/relationships"><Relationship Id="rId1" Type="http://schemas.openxmlformats.org/officeDocument/2006/relationships/slideMaster" Target="../slideMasters/slideMaster11.xml" /></Relationships>
</file>

<file path=ppt/slideLayouts/_rels/slideLayout122.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3.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4.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5.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6.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7.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8.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29.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30.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31.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32.xml.rels>&#65279;<?xml version="1.0" encoding="utf-8" standalone="yes"?><Relationships xmlns="http://schemas.openxmlformats.org/package/2006/relationships"><Relationship Id="rId1" Type="http://schemas.openxmlformats.org/officeDocument/2006/relationships/slideMaster" Target="../slideMasters/slideMaster12.xml" /></Relationships>
</file>

<file path=ppt/slideLayouts/_rels/slideLayout133.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4.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5.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6.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7.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8.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39.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40.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41.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42.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_rels/slideLayout143.xml.rels>&#65279;<?xml version="1.0" encoding="utf-8" standalone="yes"?><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3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4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5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6"/>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7"/>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8"/>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6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7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1"/>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2"/>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3"/>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8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9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0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4"/>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5"/>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6"/>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1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2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3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3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3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0" name="Footer Placeholder 4"/>
          <p:cNvSpPr>
            <a:spLocks noGrp="1" noChangeArrowheads="1"/>
          </p:cNvSpPr>
          <p:nvPr>
            <p:ph type="ftr" sz="quarter" idx="11"/>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0" name="Slide Number Placeholder 5"/>
          <p:cNvSpPr>
            <a:spLocks noGrp="1" noChangeArrowheads="1"/>
          </p:cNvSpPr>
          <p:nvPr>
            <p:ph type="sldNum" sz="quarter" idx="12"/>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Ovr>
    <a:masterClrMapping/>
  </p:clrMapOvr>
  <p:transition/>
  <p:timing/>
</p:sldLayout>
</file>

<file path=ppt/slideLayouts/slideLayout13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3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4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4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4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Layouts/slideLayout14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0" name="Date Placeholder 3"/>
          <p:cNvSpPr>
            <a:spLocks noGrp="1" noChangeArrowheads="1"/>
          </p:cNvSpPr>
          <p:nvPr>
            <p:ph type="dt" sz="half" idx="10"/>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_rels/slideMaster3.xml.rels>&#65279;<?xml version="1.0" encoding="utf-8" standalone="yes"?><Relationships xmlns="http://schemas.openxmlformats.org/package/2006/relationships"><Relationship Id="rId1" Type="http://schemas.openxmlformats.org/officeDocument/2006/relationships/slideLayout" Target="../slideLayouts/slideLayout23.xml" /><Relationship Id="rId10" Type="http://schemas.openxmlformats.org/officeDocument/2006/relationships/slideLayout" Target="../slideLayouts/slideLayout32.xml" /><Relationship Id="rId11" Type="http://schemas.openxmlformats.org/officeDocument/2006/relationships/slideLayout" Target="../slideLayouts/slideLayout33.xml" /><Relationship Id="rId12" Type="http://schemas.openxmlformats.org/officeDocument/2006/relationships/theme" Target="../theme/theme3.xml" /><Relationship Id="rId2" Type="http://schemas.openxmlformats.org/officeDocument/2006/relationships/slideLayout" Target="../slideLayouts/slideLayout24.xml" /><Relationship Id="rId3" Type="http://schemas.openxmlformats.org/officeDocument/2006/relationships/slideLayout" Target="../slideLayouts/slideLayout25.xml" /><Relationship Id="rId4" Type="http://schemas.openxmlformats.org/officeDocument/2006/relationships/slideLayout" Target="../slideLayouts/slideLayout26.xml" /><Relationship Id="rId5" Type="http://schemas.openxmlformats.org/officeDocument/2006/relationships/slideLayout" Target="../slideLayouts/slideLayout27.xml" /><Relationship Id="rId6" Type="http://schemas.openxmlformats.org/officeDocument/2006/relationships/slideLayout" Target="../slideLayouts/slideLayout28.xml" /><Relationship Id="rId7" Type="http://schemas.openxmlformats.org/officeDocument/2006/relationships/slideLayout" Target="../slideLayouts/slideLayout29.xml" /><Relationship Id="rId8" Type="http://schemas.openxmlformats.org/officeDocument/2006/relationships/slideLayout" Target="../slideLayouts/slideLayout30.xml" /><Relationship Id="rId9" Type="http://schemas.openxmlformats.org/officeDocument/2006/relationships/slideLayout" Target="../slideLayouts/slideLayout31.xml" /></Relationships>
</file>

<file path=ppt/slideMasters/_rels/slideMaster4.xml.rels>&#65279;<?xml version="1.0" encoding="utf-8" standalone="yes"?><Relationships xmlns="http://schemas.openxmlformats.org/package/2006/relationships"><Relationship Id="rId1" Type="http://schemas.openxmlformats.org/officeDocument/2006/relationships/slideLayout" Target="../slideLayouts/slideLayout34.xml" /><Relationship Id="rId10" Type="http://schemas.openxmlformats.org/officeDocument/2006/relationships/slideLayout" Target="../slideLayouts/slideLayout43.xml" /><Relationship Id="rId11" Type="http://schemas.openxmlformats.org/officeDocument/2006/relationships/slideLayout" Target="../slideLayouts/slideLayout44.xml" /><Relationship Id="rId12" Type="http://schemas.openxmlformats.org/officeDocument/2006/relationships/theme" Target="../theme/theme4.xml" /><Relationship Id="rId2" Type="http://schemas.openxmlformats.org/officeDocument/2006/relationships/slideLayout" Target="../slideLayouts/slideLayout35.xml" /><Relationship Id="rId3" Type="http://schemas.openxmlformats.org/officeDocument/2006/relationships/slideLayout" Target="../slideLayouts/slideLayout36.xml" /><Relationship Id="rId4" Type="http://schemas.openxmlformats.org/officeDocument/2006/relationships/slideLayout" Target="../slideLayouts/slideLayout37.xml" /><Relationship Id="rId5" Type="http://schemas.openxmlformats.org/officeDocument/2006/relationships/slideLayout" Target="../slideLayouts/slideLayout38.xml" /><Relationship Id="rId6" Type="http://schemas.openxmlformats.org/officeDocument/2006/relationships/slideLayout" Target="../slideLayouts/slideLayout39.xml" /><Relationship Id="rId7" Type="http://schemas.openxmlformats.org/officeDocument/2006/relationships/slideLayout" Target="../slideLayouts/slideLayout40.xml" /><Relationship Id="rId8" Type="http://schemas.openxmlformats.org/officeDocument/2006/relationships/slideLayout" Target="../slideLayouts/slideLayout41.xml" /><Relationship Id="rId9" Type="http://schemas.openxmlformats.org/officeDocument/2006/relationships/slideLayout" Target="../slideLayouts/slideLayout42.xml" /></Relationships>
</file>

<file path=ppt/slideMasters/_rels/slideMaster5.xml.rels>&#65279;<?xml version="1.0" encoding="utf-8" standalone="yes"?><Relationships xmlns="http://schemas.openxmlformats.org/package/2006/relationships"><Relationship Id="rId1" Type="http://schemas.openxmlformats.org/officeDocument/2006/relationships/slideLayout" Target="../slideLayouts/slideLayout45.xml" /><Relationship Id="rId10" Type="http://schemas.openxmlformats.org/officeDocument/2006/relationships/slideLayout" Target="../slideLayouts/slideLayout54.xml" /><Relationship Id="rId11" Type="http://schemas.openxmlformats.org/officeDocument/2006/relationships/slideLayout" Target="../slideLayouts/slideLayout55.xml" /><Relationship Id="rId12" Type="http://schemas.openxmlformats.org/officeDocument/2006/relationships/theme" Target="../theme/theme5.xml" /><Relationship Id="rId2" Type="http://schemas.openxmlformats.org/officeDocument/2006/relationships/slideLayout" Target="../slideLayouts/slideLayout46.xml" /><Relationship Id="rId3" Type="http://schemas.openxmlformats.org/officeDocument/2006/relationships/slideLayout" Target="../slideLayouts/slideLayout47.xml" /><Relationship Id="rId4" Type="http://schemas.openxmlformats.org/officeDocument/2006/relationships/slideLayout" Target="../slideLayouts/slideLayout48.xml" /><Relationship Id="rId5" Type="http://schemas.openxmlformats.org/officeDocument/2006/relationships/slideLayout" Target="../slideLayouts/slideLayout49.xml" /><Relationship Id="rId6" Type="http://schemas.openxmlformats.org/officeDocument/2006/relationships/slideLayout" Target="../slideLayouts/slideLayout50.xml" /><Relationship Id="rId7" Type="http://schemas.openxmlformats.org/officeDocument/2006/relationships/slideLayout" Target="../slideLayouts/slideLayout51.xml" /><Relationship Id="rId8" Type="http://schemas.openxmlformats.org/officeDocument/2006/relationships/slideLayout" Target="../slideLayouts/slideLayout52.xml" /><Relationship Id="rId9" Type="http://schemas.openxmlformats.org/officeDocument/2006/relationships/slideLayout" Target="../slideLayouts/slideLayout53.xml" /></Relationships>
</file>

<file path=ppt/slideMasters/_rels/slideMaster6.xml.rels>&#65279;<?xml version="1.0" encoding="utf-8" standalone="yes"?><Relationships xmlns="http://schemas.openxmlformats.org/package/2006/relationships"><Relationship Id="rId1" Type="http://schemas.openxmlformats.org/officeDocument/2006/relationships/slideLayout" Target="../slideLayouts/slideLayout56.xml" /><Relationship Id="rId10" Type="http://schemas.openxmlformats.org/officeDocument/2006/relationships/slideLayout" Target="../slideLayouts/slideLayout65.xml" /><Relationship Id="rId11" Type="http://schemas.openxmlformats.org/officeDocument/2006/relationships/slideLayout" Target="../slideLayouts/slideLayout66.xml" /><Relationship Id="rId12" Type="http://schemas.openxmlformats.org/officeDocument/2006/relationships/theme" Target="../theme/theme6.xml" /><Relationship Id="rId2" Type="http://schemas.openxmlformats.org/officeDocument/2006/relationships/slideLayout" Target="../slideLayouts/slideLayout57.xml" /><Relationship Id="rId3" Type="http://schemas.openxmlformats.org/officeDocument/2006/relationships/slideLayout" Target="../slideLayouts/slideLayout58.xml" /><Relationship Id="rId4" Type="http://schemas.openxmlformats.org/officeDocument/2006/relationships/slideLayout" Target="../slideLayouts/slideLayout59.xml" /><Relationship Id="rId5" Type="http://schemas.openxmlformats.org/officeDocument/2006/relationships/slideLayout" Target="../slideLayouts/slideLayout60.xml" /><Relationship Id="rId6" Type="http://schemas.openxmlformats.org/officeDocument/2006/relationships/slideLayout" Target="../slideLayouts/slideLayout61.xml" /><Relationship Id="rId7" Type="http://schemas.openxmlformats.org/officeDocument/2006/relationships/slideLayout" Target="../slideLayouts/slideLayout62.xml" /><Relationship Id="rId8" Type="http://schemas.openxmlformats.org/officeDocument/2006/relationships/slideLayout" Target="../slideLayouts/slideLayout63.xml" /><Relationship Id="rId9" Type="http://schemas.openxmlformats.org/officeDocument/2006/relationships/slideLayout" Target="../slideLayouts/slideLayout64.xml" /></Relationships>
</file>

<file path=ppt/slideMasters/_rels/slideMaster7.xml.rels>&#65279;<?xml version="1.0" encoding="utf-8" standalone="yes"?><Relationships xmlns="http://schemas.openxmlformats.org/package/2006/relationships"><Relationship Id="rId1" Type="http://schemas.openxmlformats.org/officeDocument/2006/relationships/slideLayout" Target="../slideLayouts/slideLayout67.xml" /><Relationship Id="rId10" Type="http://schemas.openxmlformats.org/officeDocument/2006/relationships/slideLayout" Target="../slideLayouts/slideLayout76.xml" /><Relationship Id="rId11" Type="http://schemas.openxmlformats.org/officeDocument/2006/relationships/slideLayout" Target="../slideLayouts/slideLayout77.xml" /><Relationship Id="rId12" Type="http://schemas.openxmlformats.org/officeDocument/2006/relationships/theme" Target="../theme/theme7.xml" /><Relationship Id="rId2" Type="http://schemas.openxmlformats.org/officeDocument/2006/relationships/slideLayout" Target="../slideLayouts/slideLayout68.xml" /><Relationship Id="rId3" Type="http://schemas.openxmlformats.org/officeDocument/2006/relationships/slideLayout" Target="../slideLayouts/slideLayout69.xml" /><Relationship Id="rId4" Type="http://schemas.openxmlformats.org/officeDocument/2006/relationships/slideLayout" Target="../slideLayouts/slideLayout70.xml" /><Relationship Id="rId5" Type="http://schemas.openxmlformats.org/officeDocument/2006/relationships/slideLayout" Target="../slideLayouts/slideLayout71.xml" /><Relationship Id="rId6" Type="http://schemas.openxmlformats.org/officeDocument/2006/relationships/slideLayout" Target="../slideLayouts/slideLayout72.xml" /><Relationship Id="rId7" Type="http://schemas.openxmlformats.org/officeDocument/2006/relationships/slideLayout" Target="../slideLayouts/slideLayout73.xml" /><Relationship Id="rId8" Type="http://schemas.openxmlformats.org/officeDocument/2006/relationships/slideLayout" Target="../slideLayouts/slideLayout74.xml" /><Relationship Id="rId9" Type="http://schemas.openxmlformats.org/officeDocument/2006/relationships/slideLayout" Target="../slideLayouts/slideLayout75.xml" /></Relationships>
</file>

<file path=ppt/slideMasters/_rels/slideMaster8.xml.rels>&#65279;<?xml version="1.0" encoding="utf-8" standalone="yes"?><Relationships xmlns="http://schemas.openxmlformats.org/package/2006/relationships"><Relationship Id="rId1" Type="http://schemas.openxmlformats.org/officeDocument/2006/relationships/slideLayout" Target="../slideLayouts/slideLayout78.xml" /><Relationship Id="rId10" Type="http://schemas.openxmlformats.org/officeDocument/2006/relationships/slideLayout" Target="../slideLayouts/slideLayout87.xml" /><Relationship Id="rId11" Type="http://schemas.openxmlformats.org/officeDocument/2006/relationships/slideLayout" Target="../slideLayouts/slideLayout88.xml" /><Relationship Id="rId12" Type="http://schemas.openxmlformats.org/officeDocument/2006/relationships/theme" Target="../theme/theme8.xml" /><Relationship Id="rId2" Type="http://schemas.openxmlformats.org/officeDocument/2006/relationships/slideLayout" Target="../slideLayouts/slideLayout79.xml" /><Relationship Id="rId3" Type="http://schemas.openxmlformats.org/officeDocument/2006/relationships/slideLayout" Target="../slideLayouts/slideLayout80.xml" /><Relationship Id="rId4" Type="http://schemas.openxmlformats.org/officeDocument/2006/relationships/slideLayout" Target="../slideLayouts/slideLayout81.xml" /><Relationship Id="rId5" Type="http://schemas.openxmlformats.org/officeDocument/2006/relationships/slideLayout" Target="../slideLayouts/slideLayout82.xml" /><Relationship Id="rId6" Type="http://schemas.openxmlformats.org/officeDocument/2006/relationships/slideLayout" Target="../slideLayouts/slideLayout83.xml" /><Relationship Id="rId7" Type="http://schemas.openxmlformats.org/officeDocument/2006/relationships/slideLayout" Target="../slideLayouts/slideLayout84.xml" /><Relationship Id="rId8" Type="http://schemas.openxmlformats.org/officeDocument/2006/relationships/slideLayout" Target="../slideLayouts/slideLayout85.xml" /><Relationship Id="rId9" Type="http://schemas.openxmlformats.org/officeDocument/2006/relationships/slideLayout" Target="../slideLayouts/slideLayout86.xml" /></Relationships>
</file>

<file path=ppt/slideMasters/_rels/slideMaster9.xml.rels>&#65279;<?xml version="1.0" encoding="utf-8" standalone="yes"?><Relationships xmlns="http://schemas.openxmlformats.org/package/2006/relationships"><Relationship Id="rId1" Type="http://schemas.openxmlformats.org/officeDocument/2006/relationships/slideLayout" Target="../slideLayouts/slideLayout89.xml" /><Relationship Id="rId10" Type="http://schemas.openxmlformats.org/officeDocument/2006/relationships/slideLayout" Target="../slideLayouts/slideLayout98.xml" /><Relationship Id="rId11" Type="http://schemas.openxmlformats.org/officeDocument/2006/relationships/slideLayout" Target="../slideLayouts/slideLayout99.xml" /><Relationship Id="rId12" Type="http://schemas.openxmlformats.org/officeDocument/2006/relationships/theme" Target="../theme/theme9.xml" /><Relationship Id="rId2" Type="http://schemas.openxmlformats.org/officeDocument/2006/relationships/slideLayout" Target="../slideLayouts/slideLayout90.xml" /><Relationship Id="rId3" Type="http://schemas.openxmlformats.org/officeDocument/2006/relationships/slideLayout" Target="../slideLayouts/slideLayout91.xml" /><Relationship Id="rId4" Type="http://schemas.openxmlformats.org/officeDocument/2006/relationships/slideLayout" Target="../slideLayouts/slideLayout92.xml" /><Relationship Id="rId5" Type="http://schemas.openxmlformats.org/officeDocument/2006/relationships/slideLayout" Target="../slideLayouts/slideLayout93.xml" /><Relationship Id="rId6" Type="http://schemas.openxmlformats.org/officeDocument/2006/relationships/slideLayout" Target="../slideLayouts/slideLayout94.xml" /><Relationship Id="rId7" Type="http://schemas.openxmlformats.org/officeDocument/2006/relationships/slideLayout" Target="../slideLayouts/slideLayout95.xml" /><Relationship Id="rId8" Type="http://schemas.openxmlformats.org/officeDocument/2006/relationships/slideLayout" Target="../slideLayouts/slideLayout96.xml" /><Relationship Id="rId9" Type="http://schemas.openxmlformats.org/officeDocument/2006/relationships/slideLayout" Target="../slideLayouts/slideLayout97.xml" /></Relationships>
</file>

<file path=ppt/slideMasters/_rels/slideMaster10.xml.rels>&#65279;<?xml version="1.0" encoding="utf-8" standalone="yes"?><Relationships xmlns="http://schemas.openxmlformats.org/package/2006/relationships"><Relationship Id="rId1" Type="http://schemas.openxmlformats.org/officeDocument/2006/relationships/slideLayout" Target="../slideLayouts/slideLayout100.xml" /><Relationship Id="rId10" Type="http://schemas.openxmlformats.org/officeDocument/2006/relationships/slideLayout" Target="../slideLayouts/slideLayout109.xml" /><Relationship Id="rId11" Type="http://schemas.openxmlformats.org/officeDocument/2006/relationships/slideLayout" Target="../slideLayouts/slideLayout110.xml" /><Relationship Id="rId12" Type="http://schemas.openxmlformats.org/officeDocument/2006/relationships/theme" Target="../theme/theme10.xml" /><Relationship Id="rId2" Type="http://schemas.openxmlformats.org/officeDocument/2006/relationships/slideLayout" Target="../slideLayouts/slideLayout101.xml" /><Relationship Id="rId3" Type="http://schemas.openxmlformats.org/officeDocument/2006/relationships/slideLayout" Target="../slideLayouts/slideLayout102.xml" /><Relationship Id="rId4" Type="http://schemas.openxmlformats.org/officeDocument/2006/relationships/slideLayout" Target="../slideLayouts/slideLayout103.xml" /><Relationship Id="rId5" Type="http://schemas.openxmlformats.org/officeDocument/2006/relationships/slideLayout" Target="../slideLayouts/slideLayout104.xml" /><Relationship Id="rId6" Type="http://schemas.openxmlformats.org/officeDocument/2006/relationships/slideLayout" Target="../slideLayouts/slideLayout105.xml" /><Relationship Id="rId7" Type="http://schemas.openxmlformats.org/officeDocument/2006/relationships/slideLayout" Target="../slideLayouts/slideLayout106.xml" /><Relationship Id="rId8" Type="http://schemas.openxmlformats.org/officeDocument/2006/relationships/slideLayout" Target="../slideLayouts/slideLayout107.xml" /><Relationship Id="rId9" Type="http://schemas.openxmlformats.org/officeDocument/2006/relationships/slideLayout" Target="../slideLayouts/slideLayout108.xml" /></Relationships>
</file>

<file path=ppt/slideMasters/_rels/slideMaster11.xml.rels>&#65279;<?xml version="1.0" encoding="utf-8" standalone="yes"?><Relationships xmlns="http://schemas.openxmlformats.org/package/2006/relationships"><Relationship Id="rId1" Type="http://schemas.openxmlformats.org/officeDocument/2006/relationships/slideLayout" Target="../slideLayouts/slideLayout111.xml" /><Relationship Id="rId10" Type="http://schemas.openxmlformats.org/officeDocument/2006/relationships/slideLayout" Target="../slideLayouts/slideLayout120.xml" /><Relationship Id="rId11" Type="http://schemas.openxmlformats.org/officeDocument/2006/relationships/slideLayout" Target="../slideLayouts/slideLayout121.xml" /><Relationship Id="rId12" Type="http://schemas.openxmlformats.org/officeDocument/2006/relationships/theme" Target="../theme/theme11.xml" /><Relationship Id="rId2" Type="http://schemas.openxmlformats.org/officeDocument/2006/relationships/slideLayout" Target="../slideLayouts/slideLayout112.xml" /><Relationship Id="rId3" Type="http://schemas.openxmlformats.org/officeDocument/2006/relationships/slideLayout" Target="../slideLayouts/slideLayout113.xml" /><Relationship Id="rId4" Type="http://schemas.openxmlformats.org/officeDocument/2006/relationships/slideLayout" Target="../slideLayouts/slideLayout114.xml" /><Relationship Id="rId5" Type="http://schemas.openxmlformats.org/officeDocument/2006/relationships/slideLayout" Target="../slideLayouts/slideLayout115.xml" /><Relationship Id="rId6" Type="http://schemas.openxmlformats.org/officeDocument/2006/relationships/slideLayout" Target="../slideLayouts/slideLayout116.xml" /><Relationship Id="rId7" Type="http://schemas.openxmlformats.org/officeDocument/2006/relationships/slideLayout" Target="../slideLayouts/slideLayout117.xml" /><Relationship Id="rId8" Type="http://schemas.openxmlformats.org/officeDocument/2006/relationships/slideLayout" Target="../slideLayouts/slideLayout118.xml" /><Relationship Id="rId9" Type="http://schemas.openxmlformats.org/officeDocument/2006/relationships/slideLayout" Target="../slideLayouts/slideLayout119.xml" /></Relationships>
</file>

<file path=ppt/slideMasters/_rels/slideMaster12.xml.rels>&#65279;<?xml version="1.0" encoding="utf-8" standalone="yes"?><Relationships xmlns="http://schemas.openxmlformats.org/package/2006/relationships"><Relationship Id="rId1" Type="http://schemas.openxmlformats.org/officeDocument/2006/relationships/slideLayout" Target="../slideLayouts/slideLayout122.xml" /><Relationship Id="rId10" Type="http://schemas.openxmlformats.org/officeDocument/2006/relationships/slideLayout" Target="../slideLayouts/slideLayout131.xml" /><Relationship Id="rId11" Type="http://schemas.openxmlformats.org/officeDocument/2006/relationships/slideLayout" Target="../slideLayouts/slideLayout132.xml" /><Relationship Id="rId12" Type="http://schemas.openxmlformats.org/officeDocument/2006/relationships/theme" Target="../theme/theme12.xml" /><Relationship Id="rId2" Type="http://schemas.openxmlformats.org/officeDocument/2006/relationships/slideLayout" Target="../slideLayouts/slideLayout123.xml" /><Relationship Id="rId3" Type="http://schemas.openxmlformats.org/officeDocument/2006/relationships/slideLayout" Target="../slideLayouts/slideLayout124.xml" /><Relationship Id="rId4" Type="http://schemas.openxmlformats.org/officeDocument/2006/relationships/slideLayout" Target="../slideLayouts/slideLayout125.xml" /><Relationship Id="rId5" Type="http://schemas.openxmlformats.org/officeDocument/2006/relationships/slideLayout" Target="../slideLayouts/slideLayout126.xml" /><Relationship Id="rId6" Type="http://schemas.openxmlformats.org/officeDocument/2006/relationships/slideLayout" Target="../slideLayouts/slideLayout127.xml" /><Relationship Id="rId7" Type="http://schemas.openxmlformats.org/officeDocument/2006/relationships/slideLayout" Target="../slideLayouts/slideLayout128.xml" /><Relationship Id="rId8" Type="http://schemas.openxmlformats.org/officeDocument/2006/relationships/slideLayout" Target="../slideLayouts/slideLayout129.xml" /><Relationship Id="rId9" Type="http://schemas.openxmlformats.org/officeDocument/2006/relationships/slideLayout" Target="../slideLayouts/slideLayout130.xml" /></Relationships>
</file>

<file path=ppt/slideMasters/_rels/slideMaster13.xml.rels>&#65279;<?xml version="1.0" encoding="utf-8" standalone="yes"?><Relationships xmlns="http://schemas.openxmlformats.org/package/2006/relationships"><Relationship Id="rId1" Type="http://schemas.openxmlformats.org/officeDocument/2006/relationships/slideLayout" Target="../slideLayouts/slideLayout133.xml" /><Relationship Id="rId10" Type="http://schemas.openxmlformats.org/officeDocument/2006/relationships/slideLayout" Target="../slideLayouts/slideLayout142.xml" /><Relationship Id="rId11" Type="http://schemas.openxmlformats.org/officeDocument/2006/relationships/slideLayout" Target="../slideLayouts/slideLayout143.xml" /><Relationship Id="rId12" Type="http://schemas.openxmlformats.org/officeDocument/2006/relationships/theme" Target="../theme/theme13.xml" /><Relationship Id="rId2" Type="http://schemas.openxmlformats.org/officeDocument/2006/relationships/slideLayout" Target="../slideLayouts/slideLayout134.xml" /><Relationship Id="rId3" Type="http://schemas.openxmlformats.org/officeDocument/2006/relationships/slideLayout" Target="../slideLayouts/slideLayout135.xml" /><Relationship Id="rId4" Type="http://schemas.openxmlformats.org/officeDocument/2006/relationships/slideLayout" Target="../slideLayouts/slideLayout136.xml" /><Relationship Id="rId5" Type="http://schemas.openxmlformats.org/officeDocument/2006/relationships/slideLayout" Target="../slideLayouts/slideLayout137.xml" /><Relationship Id="rId6" Type="http://schemas.openxmlformats.org/officeDocument/2006/relationships/slideLayout" Target="../slideLayouts/slideLayout138.xml" /><Relationship Id="rId7" Type="http://schemas.openxmlformats.org/officeDocument/2006/relationships/slideLayout" Target="../slideLayouts/slideLayout139.xml" /><Relationship Id="rId8" Type="http://schemas.openxmlformats.org/officeDocument/2006/relationships/slideLayout" Target="../slideLayouts/slideLayout140.xml" /><Relationship Id="rId9" Type="http://schemas.openxmlformats.org/officeDocument/2006/relationships/slideLayout" Target="../slideLayouts/slideLayout14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1027"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1029"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1030"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1B2DAAB-6A1D-4375-A49D-4202565DDB97}" type="slidenum">
              <a:rPr lang="en-US" altLang="en-US" sz="1200">
                <a:solidFill>
                  <a:srgbClr val="898989"/>
                </a:solidFill>
              </a:rPr>
              <a:t>*</a:t>
            </a:fld>
            <a:endParaRPr lang="en-US" altLang="en-US" sz="1200">
              <a:solidFill>
                <a:srgbClr val="898989"/>
              </a:solidFill>
            </a:endParaRPr>
          </a:p>
        </p:txBody>
      </p:sp>
      <p:sp>
        <p:nvSpPr>
          <p:cNvPr id="1031"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Tree>
  </p:cSld>
  <p:clrMap bg1="lt1" tx1="dk1" bg2="lt2" tx2="dk2" accent1="accent1" accent2="accent2" accent3="accent3" accent4="accent4" accent5="accent5" accent6="accent6" hlink="hlink" folHlink="folHlink"/>
  <p:sldLayoutIdLst>
    <p:sldLayoutId id="2147484450" r:id="rId1"/>
    <p:sldLayoutId id="2147484451" r:id="rId2"/>
    <p:sldLayoutId id="2147484452" r:id="rId3"/>
    <p:sldLayoutId id="2147484453" r:id="rId4"/>
    <p:sldLayoutId id="2147484454" r:id="rId5"/>
    <p:sldLayoutId id="2147484455" r:id="rId6"/>
    <p:sldLayoutId id="2147484456" r:id="rId7"/>
    <p:sldLayoutId id="2147484457" r:id="rId8"/>
    <p:sldLayoutId id="2147484458" r:id="rId9"/>
    <p:sldLayoutId id="2147484459" r:id="rId10"/>
    <p:sldLayoutId id="2147484460"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2050"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2051"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2052"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2053"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2054"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2055"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28CB5996-B1AD-41D3-A70C-26749901C10D}"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461" r:id="rId1"/>
    <p:sldLayoutId id="2147484462" r:id="rId2"/>
    <p:sldLayoutId id="2147484463" r:id="rId3"/>
    <p:sldLayoutId id="2147484464" r:id="rId4"/>
    <p:sldLayoutId id="2147484465" r:id="rId5"/>
    <p:sldLayoutId id="2147484466" r:id="rId6"/>
    <p:sldLayoutId id="2147484467" r:id="rId7"/>
    <p:sldLayoutId id="2147484468" r:id="rId8"/>
    <p:sldLayoutId id="2147484469" r:id="rId9"/>
    <p:sldLayoutId id="2147484470" r:id="rId10"/>
    <p:sldLayoutId id="2147484471"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3074"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3075"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3076"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3077"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3078"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3079"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BB9E691-5260-4293-B43A-F7473E7D572D}"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 id="2147484479" r:id="rId8"/>
    <p:sldLayoutId id="2147484480" r:id="rId9"/>
    <p:sldLayoutId id="2147484481" r:id="rId10"/>
    <p:sldLayoutId id="2147484482"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4098"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4099"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4100"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4101"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4102"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4103"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9C2083B-E1D2-44D5-B5AA-D1612680C515}"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483" r:id="rId1"/>
    <p:sldLayoutId id="2147484484" r:id="rId2"/>
    <p:sldLayoutId id="2147484485" r:id="rId3"/>
    <p:sldLayoutId id="2147484486" r:id="rId4"/>
    <p:sldLayoutId id="2147484487" r:id="rId5"/>
    <p:sldLayoutId id="2147484488" r:id="rId6"/>
    <p:sldLayoutId id="2147484489" r:id="rId7"/>
    <p:sldLayoutId id="2147484490" r:id="rId8"/>
    <p:sldLayoutId id="2147484491" r:id="rId9"/>
    <p:sldLayoutId id="2147484492" r:id="rId10"/>
    <p:sldLayoutId id="2147484493"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5122"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5123"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5124"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5125" name="Date Placeholder 4"/>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5126" name="Footer Placeholder 5"/>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5127" name="Slide Number Placeholder 6"/>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EFA4071-3F79-4F20-8BC5-B4C44DE46F4E}"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6146"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6147"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6148"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6149" name="Date Placeholder 6"/>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6150" name="Footer Placeholder 7"/>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6151" name="Slide Number Placeholder 8"/>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F7F2DB2-AAFD-46FE-B181-C70BC772610A}"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05" r:id="rId1"/>
    <p:sldLayoutId id="2147484506" r:id="rId2"/>
    <p:sldLayoutId id="2147484507" r:id="rId3"/>
    <p:sldLayoutId id="2147484508" r:id="rId4"/>
    <p:sldLayoutId id="2147484509" r:id="rId5"/>
    <p:sldLayoutId id="2147484510" r:id="rId6"/>
    <p:sldLayoutId id="2147484511" r:id="rId7"/>
    <p:sldLayoutId id="2147484512" r:id="rId8"/>
    <p:sldLayoutId id="2147484513" r:id="rId9"/>
    <p:sldLayoutId id="2147484514" r:id="rId10"/>
    <p:sldLayoutId id="2147484515"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7170"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7171"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7172"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7173"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7174"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7175"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07FF71A-86FD-4759-84B4-447D1A8CAF4C}"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16" r:id="rId1"/>
    <p:sldLayoutId id="2147484517" r:id="rId2"/>
    <p:sldLayoutId id="2147484518" r:id="rId3"/>
    <p:sldLayoutId id="2147484519" r:id="rId4"/>
    <p:sldLayoutId id="2147484520" r:id="rId5"/>
    <p:sldLayoutId id="2147484521" r:id="rId6"/>
    <p:sldLayoutId id="2147484522" r:id="rId7"/>
    <p:sldLayoutId id="2147484523" r:id="rId8"/>
    <p:sldLayoutId id="2147484524" r:id="rId9"/>
    <p:sldLayoutId id="2147484525" r:id="rId10"/>
    <p:sldLayoutId id="2147484526"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8194"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8195"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8196"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8197" name="Date Placeholder 1"/>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8198" name="Footer Placeholder 2"/>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8199" name="Slide Number Placeholder 3"/>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7496D9E-D895-4F37-8E93-448CD2BFCB35}"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27" r:id="rId1"/>
    <p:sldLayoutId id="2147484528" r:id="rId2"/>
    <p:sldLayoutId id="2147484529" r:id="rId3"/>
    <p:sldLayoutId id="2147484530" r:id="rId4"/>
    <p:sldLayoutId id="2147484531" r:id="rId5"/>
    <p:sldLayoutId id="2147484532" r:id="rId6"/>
    <p:sldLayoutId id="2147484533" r:id="rId7"/>
    <p:sldLayoutId id="2147484534" r:id="rId8"/>
    <p:sldLayoutId id="2147484535" r:id="rId9"/>
    <p:sldLayoutId id="2147484536" r:id="rId10"/>
    <p:sldLayoutId id="2147484537"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9218"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9219"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9220"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9221" name="Date Placeholder 4"/>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9222" name="Footer Placeholder 5"/>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9223" name="Slide Number Placeholder 6"/>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3D9DFF43-9744-40D2-A371-CC96C7252F62}"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38" r:id="rId1"/>
    <p:sldLayoutId id="2147484539" r:id="rId2"/>
    <p:sldLayoutId id="2147484540" r:id="rId3"/>
    <p:sldLayoutId id="2147484541" r:id="rId4"/>
    <p:sldLayoutId id="2147484542" r:id="rId5"/>
    <p:sldLayoutId id="2147484543" r:id="rId6"/>
    <p:sldLayoutId id="2147484544" r:id="rId7"/>
    <p:sldLayoutId id="2147484545" r:id="rId8"/>
    <p:sldLayoutId id="2147484546" r:id="rId9"/>
    <p:sldLayoutId id="2147484547" r:id="rId10"/>
    <p:sldLayoutId id="2147484548"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0242"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0243"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10244"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45" name="Date Placeholder 4"/>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10246" name="Footer Placeholder 5"/>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10247" name="Slide Number Placeholder 6"/>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B5C8DF05-9FFF-4C1D-9498-91C7A2B1DC6A}"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49" r:id="rId1"/>
    <p:sldLayoutId id="2147484550" r:id="rId2"/>
    <p:sldLayoutId id="2147484551" r:id="rId3"/>
    <p:sldLayoutId id="2147484552" r:id="rId4"/>
    <p:sldLayoutId id="2147484553" r:id="rId5"/>
    <p:sldLayoutId id="2147484554" r:id="rId6"/>
    <p:sldLayoutId id="2147484555" r:id="rId7"/>
    <p:sldLayoutId id="2147484556" r:id="rId8"/>
    <p:sldLayoutId id="2147484557" r:id="rId9"/>
    <p:sldLayoutId id="2147484558" r:id="rId10"/>
    <p:sldLayoutId id="2147484559"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1266"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1267"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11268"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1269"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11270"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11271"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C4F47548-9303-40A5-A380-CFB59EA6F741}"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60" r:id="rId1"/>
    <p:sldLayoutId id="2147484561" r:id="rId2"/>
    <p:sldLayoutId id="2147484562" r:id="rId3"/>
    <p:sldLayoutId id="2147484563" r:id="rId4"/>
    <p:sldLayoutId id="2147484564" r:id="rId5"/>
    <p:sldLayoutId id="2147484565" r:id="rId6"/>
    <p:sldLayoutId id="2147484566" r:id="rId7"/>
    <p:sldLayoutId id="2147484567" r:id="rId8"/>
    <p:sldLayoutId id="2147484568" r:id="rId9"/>
    <p:sldLayoutId id="2147484569" r:id="rId10"/>
    <p:sldLayoutId id="2147484570"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2290"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2291"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12292"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2293"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
        <p:nvSpPr>
          <p:cNvPr id="12294"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2012 American Medical Association. All rights reserved.</a:t>
            </a:r>
          </a:p>
        </p:txBody>
      </p:sp>
      <p:sp>
        <p:nvSpPr>
          <p:cNvPr id="12295" name="Slide Number Placeholder 5"/>
          <p:cNvSpPr>
            <a:spLocks noGrp="1" noChangeArrowheads="1"/>
          </p:cNvSpPr>
          <p:nvPr>
            <p:ph type="sldNum" sz="quarter" idx="4"/>
          </p:nvPr>
        </p:nvSpPr>
        <p:spPr bwMode="auto">
          <a:xfrm>
            <a:off x="6553200" y="6356350"/>
            <a:ext cx="2133600" cy="365125"/>
          </a:xfrm>
          <a:prstGeom prst="rect">
            <a:avLst/>
          </a:prstGeom>
          <a:noFill/>
          <a:ln>
            <a:noFill/>
          </a:ln>
        </p:spPr>
        <p:txBody>
          <a:bodyPr numCol="1" anchor="ctr"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A8336A89-1ACC-41A5-9937-21908891D18F}" type="slidenum">
              <a:rPr lang="en-US" altLang="en-US" sz="1200">
                <a:solidFill>
                  <a:srgbClr val="898989"/>
                </a:solidFill>
              </a:rP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4571" r:id="rId1"/>
    <p:sldLayoutId id="2147484572" r:id="rId2"/>
    <p:sldLayoutId id="2147484573" r:id="rId3"/>
    <p:sldLayoutId id="2147484574" r:id="rId4"/>
    <p:sldLayoutId id="2147484575" r:id="rId5"/>
    <p:sldLayoutId id="2147484576" r:id="rId6"/>
    <p:sldLayoutId id="2147484577" r:id="rId7"/>
    <p:sldLayoutId id="2147484578" r:id="rId8"/>
    <p:sldLayoutId id="2147484579" r:id="rId9"/>
    <p:sldLayoutId id="2147484580" r:id="rId10"/>
    <p:sldLayoutId id="2147484581"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3314" name="Date Placeholder 3"/>
          <p:cNvSpPr txBox="1">
            <a:spLocks noChangeArrowheads="1"/>
          </p:cNvSpPr>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3315" name="Title Placeholder 1"/>
          <p:cNvSpPr txBox="1">
            <a:spLocks noChangeArrowheads="1"/>
          </p:cNvSpPr>
          <p:nvPr/>
        </p:nvSpPr>
        <p:spPr bwMode="auto">
          <a:xfrm>
            <a:off x="457200" y="350838"/>
            <a:ext cx="8229600" cy="1020762"/>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3000" b="0" i="1" u="none" strike="noStrike" kern="1200" cap="none" spc="0" normalizeH="0" baseline="0" noProof="0">
                <a:ln>
                  <a:noFill/>
                </a:ln>
                <a:solidFill>
                  <a:schemeClr val="tx1"/>
                </a:solidFill>
                <a:effectLst/>
                <a:uLnTx/>
                <a:uFillTx/>
                <a:latin typeface="Times New Roman" pitchFamily="18" charset="0"/>
                <a:ea typeface="ＭＳ Ｐゴシック" pitchFamily="34" charset="-128"/>
                <a:cs typeface="+mn-cs"/>
              </a:rPr>
              <a:t>SCM6 White Label Figure</a:t>
            </a:r>
          </a:p>
        </p:txBody>
      </p:sp>
      <p:sp>
        <p:nvSpPr>
          <p:cNvPr id="13316" name="Footer Placeholder 4"/>
          <p:cNvSpPr txBox="1">
            <a:spLocks noChangeArrowheads="1"/>
          </p:cNvSpPr>
          <p:nvPr/>
        </p:nvSpPr>
        <p:spPr bwMode="auto">
          <a:xfrm>
            <a:off x="3124200" y="6248400"/>
            <a:ext cx="38862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Copyright © The Publisher. All rights reserved.</a:t>
            </a:r>
          </a:p>
        </p:txBody>
      </p:sp>
      <p:sp>
        <p:nvSpPr>
          <p:cNvPr id="13317"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mj-lt"/>
                <a:ea typeface="+mj-ea"/>
                <a:cs typeface="+mj-cs"/>
              </a:defRPr>
            </a:lvl1pPr>
            <a:lvl2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itchFamily="18" charset="0"/>
                <a:ea typeface="ＭＳ Ｐゴシック" pitchFamily="34" charset="-128"/>
              </a:defRPr>
            </a:lvl9pPr>
          </a:lstStyle>
          <a:p>
            <a:pPr lvl="0"/>
            <a:r>
              <a:t>Click to edit Master title style</a:t>
            </a:r>
          </a:p>
        </p:txBody>
      </p:sp>
      <p:sp>
        <p:nvSpPr>
          <p:cNvPr id="13318" name="Text Placeholder 2"/>
          <p:cNvSpPr>
            <a:spLocks noGrp="1"/>
          </p:cNvSpPr>
          <p:nvPr>
            <p:ph type="body" idx="1"/>
          </p:nvPr>
        </p:nvSpPr>
        <p:spPr>
          <a:xfrm>
            <a:off x="457200" y="1600200"/>
            <a:ext cx="8229600" cy="4525962"/>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3319"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rPr>
              <a:t>Date of download:  mm/dd/yyyy</a:t>
            </a:r>
          </a:p>
        </p:txBody>
      </p:sp>
    </p:spTree>
  </p:cSld>
  <p:clrMap bg1="lt1" tx1="dk1" bg2="lt2" tx2="dk2" accent1="accent1" accent2="accent2" accent3="accent3" accent4="accent4" accent5="accent5" accent6="accent6" hlink="hlink" folHlink="folHlink"/>
  <p:sldLayoutIdLst>
    <p:sldLayoutId id="2147484582" r:id="rId1"/>
    <p:sldLayoutId id="2147484583" r:id="rId2"/>
    <p:sldLayoutId id="2147484584" r:id="rId3"/>
    <p:sldLayoutId id="2147484585" r:id="rId4"/>
    <p:sldLayoutId id="2147484586" r:id="rId5"/>
    <p:sldLayoutId id="2147484587" r:id="rId6"/>
    <p:sldLayoutId id="2147484588" r:id="rId7"/>
    <p:sldLayoutId id="2147484589" r:id="rId8"/>
    <p:sldLayoutId id="2147484590" r:id="rId9"/>
    <p:sldLayoutId id="2147484591" r:id="rId10"/>
    <p:sldLayoutId id="2147484592" r:id="rId11"/>
  </p:sldLayoutIdLst>
  <p:transition/>
  <p:timing/>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2pPr>
      <a:lvl3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3pPr>
      <a:lvl4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4pPr>
      <a:lvl5pPr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5pPr>
      <a:lvl6pPr marL="4572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9.xml" /><Relationship Id="rId2" Type="http://schemas.openxmlformats.org/officeDocument/2006/relationships/notesSlide" Target="../notesSlides/notesSlide1.xml" /><Relationship Id="rId3" Type="http://schemas.openxmlformats.org/officeDocument/2006/relationships/image" Target="../media/image1.png"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name="">
    <p:spTree>
      <p:nvGrpSpPr>
        <p:cNvPr id="1" name=""/>
        <p:cNvGrpSpPr/>
        <p:nvPr/>
      </p:nvGrpSpPr>
      <p:grpSpPr/>
      <p:sp>
        <p:nvSpPr>
          <p:cNvPr id="16386" name="Date Placeholder 3"/>
          <p:cNvSpPr>
            <a:spLocks noGrp="1"/>
          </p:cNvSpPr>
          <p:nvPr/>
        </p:nvSpPr>
        <p:spPr>
          <a:xfrm>
            <a:off x="0" y="6478588"/>
            <a:ext cx="2540000" cy="385762"/>
          </a:xfrm>
          <a:prstGeom prst="rect">
            <a:avLst/>
          </a:prstGeom>
          <a:noFill/>
          <a:ln>
            <a:noFill/>
            <a:miter lim="800000"/>
          </a:ln>
        </p:spPr>
        <p:txBody>
          <a:bodyPr lIns="256032" tIns="63500" rIns="127000" bIns="63500" anchor="ctr"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buFontTx/>
              <a:buNone/>
            </a:pPr>
            <a:r>
              <a:rPr lang="en-US" altLang="en-US" sz="800">
                <a:solidFill>
                  <a:srgbClr val="999999"/>
                </a:solidFill>
                <a:latin typeface="Helvetica" charset="0"/>
              </a:rPr>
              <a:t>Date of Download:  9/12/2026</a:t>
            </a:r>
            <a:endParaRPr lang="en-US" altLang="en-US" sz="800">
              <a:solidFill>
                <a:srgbClr val="999999"/>
              </a:solidFill>
              <a:latin typeface="Helvetica" charset="0"/>
            </a:endParaRPr>
          </a:p>
        </p:txBody>
      </p:sp>
      <p:sp>
        <p:nvSpPr>
          <p:cNvPr id="16387" name="Footer Placeholder 4"/>
          <p:cNvSpPr>
            <a:spLocks noGrp="1"/>
          </p:cNvSpPr>
          <p:nvPr/>
        </p:nvSpPr>
        <p:spPr>
          <a:xfrm>
            <a:off x="3105150" y="6470650"/>
            <a:ext cx="6038850" cy="385762"/>
          </a:xfrm>
          <a:prstGeom prst="rect">
            <a:avLst/>
          </a:prstGeom>
          <a:noFill/>
          <a:ln>
            <a:noFill/>
            <a:miter lim="800000"/>
          </a:ln>
        </p:spPr>
        <p:txBody>
          <a:bodyPr rIns="256032" anchor="ctr"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eaLnBrk="1" hangingPunct="1">
              <a:spcBef>
                <a:spcPct val="0"/>
              </a:spcBef>
              <a:buFontTx/>
              <a:buNone/>
            </a:pPr>
            <a:r>
              <a:rPr lang="en-US" altLang="en-US" sz="800">
                <a:solidFill>
                  <a:srgbClr val="7F7F7F"/>
                </a:solidFill>
              </a:rPr>
              <a:t>Copyright © 2026 . All rights reserved.</a:t>
            </a:r>
            <a:endParaRPr lang="en-US" altLang="en-US" sz="800">
              <a:solidFill>
                <a:srgbClr val="7F7F7F"/>
              </a:solidFill>
            </a:endParaRPr>
          </a:p>
        </p:txBody>
      </p:sp>
      <p:sp>
        <p:nvSpPr>
          <p:cNvPr id="16388" name="Text Placeholder 2"/>
          <p:cNvSpPr/>
          <p:nvPr/>
        </p:nvSpPr>
        <p:spPr>
          <a:xfrm>
            <a:off x="2068512" y="146050"/>
            <a:ext cx="6970712" cy="1200150"/>
          </a:xfrm>
          <a:prstGeom prst="rect">
            <a:avLst/>
          </a:prstGeom>
          <a:noFill/>
          <a:ln>
            <a:noFill/>
            <a:miter lim="800000"/>
          </a:ln>
        </p:spPr>
        <p:txBody>
          <a:bodyPr lIns="256032" rIns="256032" bIns="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buFontTx/>
              <a:buNone/>
            </a:pPr>
            <a:r>
              <a:rPr lang="en-US" altLang="en-US" sz="1300">
                <a:latin typeface="Helvetica" charset="0"/>
              </a:rPr>
              <a:t>From: </a:t>
            </a:r>
            <a:r>
              <a:rPr lang="en-US" altLang="en-US" sz="1300" b="1">
                <a:latin typeface="Helvetica" charset="0"/>
              </a:rPr>
              <a:t>Oxygen evolution reaction electrocatalysts for green hydrogen production in seawater: enhancement mechanism in catalytic activity and durability </a:t>
            </a:r>
            <a:endParaRPr lang="en-US" altLang="en-US" sz="1300" b="1">
              <a:latin typeface="Helvetica" charset="0"/>
            </a:endParaRPr>
          </a:p>
        </p:txBody>
      </p:sp>
      <p:sp>
        <p:nvSpPr>
          <p:cNvPr id="16389" name="Text Placeholder 2"/>
          <p:cNvSpPr txBox="1">
            <a:spLocks noChangeArrowheads="1"/>
          </p:cNvSpPr>
          <p:nvPr/>
        </p:nvSpPr>
        <p:spPr bwMode="auto">
          <a:xfrm>
            <a:off x="0" y="1027846"/>
            <a:ext cx="9144000" cy="215900"/>
          </a:xfrm>
          <a:prstGeom prst="rect">
            <a:avLst/>
          </a:prstGeom>
          <a:noFill/>
          <a:ln>
            <a:noFill/>
          </a:ln>
        </p:spPr>
        <p:txBody>
          <a:bodyPr lIns="254000" tIns="0" rIns="127000" bIns="63500"/>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050" b="0" i="0" u="none" strike="noStrike" kern="1200" cap="none" spc="0" normalizeH="0" baseline="0" noProof="0">
                <a:ln>
                  <a:noFill/>
                </a:ln>
                <a:solidFill>
                  <a:schemeClr val="tx1"/>
                </a:solidFill>
                <a:effectLst/>
                <a:uLnTx/>
                <a:uFillTx/>
                <a:latin typeface="Helvetica" pitchFamily="2" charset="0"/>
                <a:ea typeface="ＭＳ Ｐゴシック" pitchFamily="34" charset="-128"/>
                <a:cs typeface="+mn-cs"/>
              </a:rPr>
              <a:t>Green Chem.. 2025;27(43):13607-13631. doi:10.1039/d5gc03577e</a:t>
            </a:r>
          </a:p>
        </p:txBody>
      </p:sp>
      <p:cxnSp>
        <p:nvCxnSpPr>
          <p:cNvPr id="16390" name="Straight Connector 2"/>
          <p:cNvCxnSpPr/>
          <p:nvPr/>
        </p:nvCxnSpPr>
        <p:spPr>
          <a:xfrm>
            <a:off x="0" y="6459538"/>
            <a:ext cx="9144000" cy="0"/>
          </a:xfrm>
          <a:prstGeom prst="line">
            <a:avLst/>
          </a:prstGeom>
          <a:solidFill>
            <a:schemeClr val="accent1"/>
          </a:solidFill>
          <a:ln>
            <a:solidFill>
              <a:srgbClr val="D9D9D9"/>
            </a:solidFill>
            <a:miter lim="800000"/>
          </a:ln>
        </p:spPr>
      </p:cxnSp>
      <p:pic>
        <p:nvPicPr>
          <p:cNvPr id="16391" name="Picture 4"/>
          <p:cNvPicPr>
            <a:picLocks noChangeAspect="1"/>
          </p:cNvPicPr>
          <p:nvPr/>
        </p:nvPicPr>
        <p:blipFill>
          <a:blip r:embed="rId3"/>
          <a:stretch>
            <a:fillRect/>
          </a:stretch>
        </p:blipFill>
        <p:spPr>
          <a:xfrm>
            <a:off x="0" y="20638"/>
            <a:ext cx="2068512" cy="758825"/>
          </a:xfrm>
          <a:prstGeom prst="rect">
            <a:avLst/>
          </a:prstGeom>
          <a:noFill/>
          <a:ln>
            <a:noFill/>
            <a:miter lim="800000"/>
          </a:ln>
        </p:spPr>
      </p:pic>
      <p:pic>
        <p:nvPicPr>
          <p:cNvPr id="16392" name="New picture"/>
          <p:cNvPicPr/>
          <p:nvPr/>
        </p:nvPicPr>
        <p:blipFill>
          <a:blip r:embed="rId4"/>
          <a:stretch>
            <a:fillRect/>
          </a:stretch>
        </p:blipFill>
        <p:spPr>
          <a:xfrm>
            <a:off x="3015887" y="2057400"/>
            <a:ext cx="3112226" cy="3086100"/>
          </a:xfrm>
          <a:prstGeom prst="rect">
            <a:avLst/>
          </a:prstGeom>
        </p:spPr>
      </p:pic>
    </p:spTree>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9.01.14"/>
  <p:tag name="AS_TITLE" val="Aspose.Slides for .NET 4.0"/>
  <p:tag name="AS_VERSION" val="19.1"/>
</p:tagLst>
</file>

<file path=ppt/theme/theme1.xml><?xml version="1.0" encoding="utf-8"?>
<a:theme xmlns:r="http://schemas.openxmlformats.org/officeDocument/2006/relationships" xmlns:a="http://schemas.openxmlformats.org/drawingml/2006/main" name="Office Theme">
  <a:themeElements>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1_Office Theme">
  <a:themeElements>
    <a:clrScheme name="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r="http://schemas.openxmlformats.org/officeDocument/2006/relationships" xmlns:a="http://schemas.openxmlformats.org/drawingml/2006/main" name="3_Office Theme">
  <a:themeElements>
    <a:clrScheme name="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r="http://schemas.openxmlformats.org/officeDocument/2006/relationships" xmlns:a="http://schemas.openxmlformats.org/drawingml/2006/main" name="4_Office Theme">
  <a:themeElements>
    <a:clrScheme name="4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4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r="http://schemas.openxmlformats.org/officeDocument/2006/relationships" xmlns:a="http://schemas.openxmlformats.org/drawingml/2006/main" name="5_Office Theme">
  <a:themeElements>
    <a:clrScheme name="5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5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r="http://schemas.openxmlformats.org/officeDocument/2006/relationships" xmlns:a="http://schemas.openxmlformats.org/drawingml/2006/main" name="6_Office Theme">
  <a:themeElements>
    <a:clrScheme name="6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6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r="http://schemas.openxmlformats.org/officeDocument/2006/relationships" xmlns:a="http://schemas.openxmlformats.org/drawingml/2006/main" name="7_Office Theme">
  <a:themeElements>
    <a:clrScheme name="7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7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7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r="http://schemas.openxmlformats.org/officeDocument/2006/relationships" xmlns:a="http://schemas.openxmlformats.org/drawingml/2006/main" name="8_Office Theme">
  <a:themeElements>
    <a:clrScheme name="8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8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8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r="http://schemas.openxmlformats.org/officeDocument/2006/relationships" xmlns:a="http://schemas.openxmlformats.org/drawingml/2006/main" name="9_Office Theme">
  <a:themeElements>
    <a:clrScheme name="9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9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9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r="http://schemas.openxmlformats.org/officeDocument/2006/relationships" xmlns:a="http://schemas.openxmlformats.org/drawingml/2006/main" name="10_Office Theme">
  <a:themeElements>
    <a:clrScheme name="10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0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0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r="http://schemas.openxmlformats.org/officeDocument/2006/relationships" xmlns:a="http://schemas.openxmlformats.org/drawingml/2006/main" name="11_Office Theme">
  <a:themeElements>
    <a:clrScheme name="1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1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r="http://schemas.openxmlformats.org/officeDocument/2006/relationships" xmlns:a="http://schemas.openxmlformats.org/drawingml/2006/main" name="12_Office Theme">
  <a:themeElements>
    <a:clrScheme name="1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2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4</Paragraphs>
  <Slides>1</Slides>
  <Notes>1</Notes>
  <TotalTime>0</TotalTime>
  <HiddenSlides>0</HiddenSlides>
  <MMClips>0</MMClips>
  <ScaleCrop>0</ScaleCrop>
  <HeadingPairs>
    <vt:vector baseType="variant" size="4">
      <vt:variant>
        <vt:lpstr>Theme</vt:lpstr>
      </vt:variant>
      <vt:variant>
        <vt:i4>1</vt:i4>
      </vt:variant>
      <vt:variant>
        <vt:lpstr>Slide Titles</vt:lpstr>
      </vt:variant>
      <vt:variant>
        <vt:i4>1</vt:i4>
      </vt:variant>
    </vt:vector>
  </HeadingPairs>
  <TitlesOfParts>
    <vt:vector baseType="lpstr" size="2">
      <vt:lpstr>Office Theme</vt:lpstr>
      <vt:lpstr>Slide 1</vt:lpstr>
    </vt:vector>
  </TitlesOfParts>
  <LinksUpToDate>0</LinksUpToDate>
  <SharedDoc>0</SharedDoc>
  <HyperlinksChanged>0</HyperlinksChanged>
  <Application>Aspose.Slides for .NET</Application>
  <AppVersion>19.0100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dcterms:created xsi:type="dcterms:W3CDTF">2024-12-17T16:57:26Z</dcterms:created>
  <dcterms:modified xsi:type="dcterms:W3CDTF">2026-09-12T22:30:29Z</dcterms:modified>
</cp:coreProperties>
</file>